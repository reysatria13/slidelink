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Key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AI Translation System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Expected Benefits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AI Translation System Development</a:t>
            </a:r>
          </a:p>
          <a:p>
            <a:pPr>
              <a:defRPr sz="1600"/>
            </a:pPr>
            <a:r>
              <a:t>Enabling automatic translation of internal presentations to promote global communication.</a:t>
            </a:r>
          </a:p>
          <a:p>
            <a:r>
              <a:t>Layout Preservation Feature</a:t>
            </a:r>
          </a:p>
          <a:p>
            <a:pPr>
              <a:defRPr sz="2000" b="1"/>
            </a:pPr>
            <a:r>
              <a:t>Translates text while maintaining original slide design.</a:t>
            </a:r>
          </a:p>
          <a:p>
            <a:pPr>
              <a:defRPr sz="1600"/>
            </a:pPr>
            <a:r>
              <a:t>元のスライドデザインを維持しながら、テキストのみを翻訳します。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790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Expected Benefits</a:t>
            </a:r>
          </a:p>
          <a:p>
            <a:pPr>
              <a:defRPr sz="1600"/>
            </a:pPr>
            <a:r>
              <a:t>• Translation time: 2-3 hours → 5 min</a:t>
            </a:r>
          </a:p>
          <a:p>
            <a:pPr>
              <a:defRPr sz="1600"/>
            </a:pPr>
            <a:r>
              <a:t>• Cost savings: ~¥5M annually</a:t>
            </a:r>
          </a:p>
          <a:p>
            <a:pPr>
              <a:defRPr sz="1600"/>
            </a:pPr>
            <a:r>
              <a:t>• Quality improvement: Consistent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Confidential -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